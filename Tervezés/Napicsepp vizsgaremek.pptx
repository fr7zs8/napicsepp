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68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3FC502-E685-C491-9B68-6E999097E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46F86DE-9E34-12CF-4848-F1804D70D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16E9D58-D1AA-30F6-F0B6-DDB4A794E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5F6A-FDE1-4E8C-9A43-1EAA3AECC99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669C42A-6761-8420-B0D8-D997E5CA1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11F3344-FB7D-F08E-BEDE-2AEEC2D4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5EB5-A6E2-4DC8-AF56-9F1CDA4BB6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35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115D89-A1B0-0D20-CF2F-07B4E23F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5E3500-5350-BEDA-FC82-84C8CDDD8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56D800B-2B74-1DFB-38C1-111349E6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5F6A-FDE1-4E8C-9A43-1EAA3AECC99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53DA909-87DE-DBAA-6AAC-74E9885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7A964E4-994B-7DEA-ACF8-AD2C89E94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5EB5-A6E2-4DC8-AF56-9F1CDA4BB6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909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F600A9-35DD-27C8-2402-05369D53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542D7BC-260F-082D-D0D5-F5FA30CF0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BA2A2FC-D814-7328-F9E8-8AF1AE732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5F6A-FDE1-4E8C-9A43-1EAA3AECC99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9697E78-F389-CEC3-BFDA-2A7CE89AB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2DC9D92-7136-6BA6-A902-B257D2EE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5EB5-A6E2-4DC8-AF56-9F1CDA4BB6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936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2C3EF7-843D-85AE-EE11-51B01FDE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969A407-D80B-0C1B-264A-24A5722A25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76BCC23-607B-294E-BA11-3DEC5F79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FB546FB-4F43-1B38-767B-A014BB16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5F6A-FDE1-4E8C-9A43-1EAA3AECC99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105FBCD-BFB3-03E9-2F87-F8EB449F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D923FFB-BE00-9569-3398-70BC0895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5EB5-A6E2-4DC8-AF56-9F1CDA4BB6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5272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6F9DFC-40FA-F918-3A48-BBFE64E58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D48E492-5370-3BAE-54AD-728EC6613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E64EAA3-6576-AA53-28BE-F4D1996BB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67BEA9B-CD70-B011-96BE-F1B46D978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B675A9B-F1FF-0CD0-638B-75A7139CD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E58A56A-B9D4-1846-8B59-9A3E7043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5F6A-FDE1-4E8C-9A43-1EAA3AECC99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496BC8C2-594C-7D82-161A-D28B8E95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0DD30F2-2A79-D395-9C58-E2214A72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5EB5-A6E2-4DC8-AF56-9F1CDA4BB6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3439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7DEACC-8C05-DA29-BF80-6A9A26FB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F600E28-34BF-0BD9-0A9A-BDA7FBCBE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5F6A-FDE1-4E8C-9A43-1EAA3AECC99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EBC9C11-F09F-F64A-1D7D-80597CB4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39647B8-7C05-ADB6-3D90-059EBA4A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5EB5-A6E2-4DC8-AF56-9F1CDA4BB6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722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C429DB5-A329-79B8-00E3-01EB88E2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5F6A-FDE1-4E8C-9A43-1EAA3AECC99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7EA0C07C-323A-C976-894A-CFDA668E9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F878F4B-3AD9-A454-2FCB-926AB53B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5EB5-A6E2-4DC8-AF56-9F1CDA4BB6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841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AEADB0-D342-0C79-7C47-DB7EDFDED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7F2DDD5-EF76-38D4-A601-40E1F8CF9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E51EAFE-DB04-B85A-6169-C08AA1F5A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CD0B7C3-D921-6688-D525-FDC4E9C9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5F6A-FDE1-4E8C-9A43-1EAA3AECC99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3B50B84-AEAC-E432-4308-AF7493E0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DDE3D92-8633-BC9A-F7A8-43E3CDA8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5EB5-A6E2-4DC8-AF56-9F1CDA4BB6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29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476B78-1829-3DA8-EF15-F73A7A286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0143D4A-69E8-C836-0B23-4C2893EB7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5ECC43F-74FF-6E7C-CE05-E1E6612BD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2E9F5B2-17EE-58E4-EB88-2A438995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5F6A-FDE1-4E8C-9A43-1EAA3AECC99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70B84EF-4B5A-E388-E62F-C0ADD819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1528DA8-72E4-8935-F466-556A2791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5EB5-A6E2-4DC8-AF56-9F1CDA4BB6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451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ACEE52-51DD-2405-3C45-B7FD33EA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996F8D3-F6F1-771D-59C0-851A8CE92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2775A1E-A97C-0936-FFD5-E2E131B4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5F6A-FDE1-4E8C-9A43-1EAA3AECC99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4B22183-43B3-1C8F-519B-5E8C47109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FC777D-956E-CF1E-0B04-91596B914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5EB5-A6E2-4DC8-AF56-9F1CDA4BB6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278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47878518-36BE-244A-FADA-608F667FF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DDC3944-08AF-A45D-F77B-34FFA8A0D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02554EF-F9DC-2B00-F8A1-B985E18BE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5F6A-FDE1-4E8C-9A43-1EAA3AECC99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03F97FE-9BE1-EFB6-BF7A-021DE80F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B6E2A87-3E0D-3C56-225E-90994918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5EB5-A6E2-4DC8-AF56-9F1CDA4BB6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267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67EFE0A3-5817-3025-3F1F-05BA939E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B128368-4C61-7717-175F-12A40484C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BF70136-C27A-2C98-878D-0BB745AE1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55F6A-FDE1-4E8C-9A43-1EAA3AECC99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0795874-4399-C90E-815D-CA6D55CD1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61383A4-26FC-A3A2-4A6A-43A6DEA05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565EB5-A6E2-4DC8-AF56-9F1CDA4BB6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100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F39D28-44CC-6745-95A0-25DAA1C4C0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Napicsepp vizsgaremek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CE2FA37-7173-B4C8-A99A-7983AB2324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</a:t>
            </a:r>
            <a:r>
              <a:rPr lang="hu-HU" dirty="0" err="1"/>
              <a:t>Evbuomwan</a:t>
            </a:r>
            <a:r>
              <a:rPr lang="hu-HU" dirty="0"/>
              <a:t> Abigél és Sipos Fruzsina</a:t>
            </a:r>
          </a:p>
        </p:txBody>
      </p:sp>
    </p:spTree>
    <p:extLst>
      <p:ext uri="{BB962C8B-B14F-4D97-AF65-F5344CB8AC3E}">
        <p14:creationId xmlns:p14="http://schemas.microsoft.com/office/powerpoint/2010/main" val="128728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0C83DE-CEF5-5CEA-191E-4ACA981D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megoldandó probléma bemutatása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9DEDCA7-DA8A-3B04-DF67-FE31CE91E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hu-HU" dirty="0"/>
              <a:t>Mindennapi világ problémái (változtatni akarok de nem megy)</a:t>
            </a:r>
          </a:p>
          <a:p>
            <a:r>
              <a:rPr lang="hu-HU" dirty="0"/>
              <a:t>Nehéz a szokás kialakítása</a:t>
            </a:r>
          </a:p>
          <a:p>
            <a:r>
              <a:rPr lang="hu-HU" dirty="0"/>
              <a:t>Nem csak egy feladatkövetőt akarok (valami több)</a:t>
            </a:r>
          </a:p>
          <a:p>
            <a:r>
              <a:rPr lang="hu-HU" dirty="0"/>
              <a:t>Saját tapasztalatok</a:t>
            </a:r>
          </a:p>
          <a:p>
            <a:r>
              <a:rPr lang="hu-HU" dirty="0"/>
              <a:t>Nem csak egy tömegtermék</a:t>
            </a:r>
          </a:p>
        </p:txBody>
      </p:sp>
    </p:spTree>
    <p:extLst>
      <p:ext uri="{BB962C8B-B14F-4D97-AF65-F5344CB8AC3E}">
        <p14:creationId xmlns:p14="http://schemas.microsoft.com/office/powerpoint/2010/main" val="909027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679B03-2289-059A-E9FF-793814E0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Csapatmunka és feladatelosztás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09421B-DA51-36F3-A9A1-7E25806B4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Backend: Sipos Fruzsina</a:t>
            </a:r>
          </a:p>
          <a:p>
            <a:r>
              <a:rPr lang="hu-HU" dirty="0"/>
              <a:t>Frontend: </a:t>
            </a:r>
            <a:r>
              <a:rPr lang="hu-HU" dirty="0" err="1"/>
              <a:t>Evbuomwan</a:t>
            </a:r>
            <a:r>
              <a:rPr lang="hu-HU" dirty="0"/>
              <a:t> Abigél</a:t>
            </a:r>
          </a:p>
          <a:p>
            <a:r>
              <a:rPr lang="hu-HU" dirty="0"/>
              <a:t>Tesztelés: Mindenki a saját tesztjeit elkészítette és </a:t>
            </a:r>
            <a:r>
              <a:rPr lang="hu-HU" dirty="0" err="1"/>
              <a:t>letesztetük</a:t>
            </a:r>
            <a:r>
              <a:rPr lang="hu-HU" dirty="0"/>
              <a:t> egymásnak</a:t>
            </a:r>
          </a:p>
          <a:p>
            <a:r>
              <a:rPr lang="hu-HU" dirty="0"/>
              <a:t>Dokumentáció: Kinézet, Mindenki saját maga dolgát</a:t>
            </a:r>
          </a:p>
          <a:p>
            <a:r>
              <a:rPr lang="hu-HU" dirty="0"/>
              <a:t>Pontos jól elkülöníthető</a:t>
            </a:r>
          </a:p>
          <a:p>
            <a:r>
              <a:rPr lang="hu-HU" dirty="0"/>
              <a:t>Ragaszkodás az eredetileg kitalált szerepekhez</a:t>
            </a:r>
          </a:p>
          <a:p>
            <a:r>
              <a:rPr lang="hu-HU" dirty="0"/>
              <a:t>Minden közös de mégis külön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5285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88D1B9-4D19-45E0-54F3-D33F6B45E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Fejlesztés során használt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E8C94A6-4504-25CB-095B-B3015EED3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Backend: node.js </a:t>
            </a:r>
            <a:r>
              <a:rPr lang="hu-HU" dirty="0" err="1"/>
              <a:t>express</a:t>
            </a:r>
            <a:r>
              <a:rPr lang="hu-HU" dirty="0"/>
              <a:t> </a:t>
            </a:r>
            <a:r>
              <a:rPr lang="hu-HU" dirty="0" err="1"/>
              <a:t>typescript</a:t>
            </a:r>
            <a:endParaRPr lang="hu-HU" dirty="0"/>
          </a:p>
          <a:p>
            <a:r>
              <a:rPr lang="hu-HU" dirty="0"/>
              <a:t>Frontend: </a:t>
            </a:r>
            <a:r>
              <a:rPr lang="hu-HU" dirty="0" err="1"/>
              <a:t>Vite</a:t>
            </a:r>
            <a:r>
              <a:rPr lang="hu-HU" dirty="0"/>
              <a:t> </a:t>
            </a:r>
            <a:r>
              <a:rPr lang="hu-HU" dirty="0" err="1"/>
              <a:t>React</a:t>
            </a:r>
            <a:endParaRPr lang="hu-HU" dirty="0"/>
          </a:p>
          <a:p>
            <a:r>
              <a:rPr lang="hu-HU" dirty="0"/>
              <a:t>Adatbázis: </a:t>
            </a:r>
            <a:r>
              <a:rPr lang="hu-HU" dirty="0" err="1"/>
              <a:t>mysql</a:t>
            </a:r>
            <a:r>
              <a:rPr lang="hu-HU" dirty="0"/>
              <a:t>/</a:t>
            </a:r>
            <a:r>
              <a:rPr lang="hu-HU" dirty="0" err="1"/>
              <a:t>mariaDb</a:t>
            </a:r>
            <a:endParaRPr lang="hu-HU" dirty="0"/>
          </a:p>
          <a:p>
            <a:r>
              <a:rPr lang="hu-HU" dirty="0" err="1"/>
              <a:t>Konténerizáció</a:t>
            </a:r>
            <a:r>
              <a:rPr lang="hu-HU" dirty="0"/>
              <a:t>: </a:t>
            </a:r>
            <a:r>
              <a:rPr lang="hu-HU" dirty="0" err="1"/>
              <a:t>docker</a:t>
            </a:r>
            <a:endParaRPr lang="hu-HU" dirty="0"/>
          </a:p>
          <a:p>
            <a:r>
              <a:rPr lang="hu-HU" dirty="0" err="1"/>
              <a:t>Verziokezelés</a:t>
            </a:r>
            <a:r>
              <a:rPr lang="hu-HU" dirty="0"/>
              <a:t>: </a:t>
            </a:r>
            <a:r>
              <a:rPr lang="hu-HU" dirty="0" err="1"/>
              <a:t>github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5242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6C6D33-9B30-CE94-1F2B-297D1D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 felépítés ismertetése</a:t>
            </a:r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542E9EDA-D736-F86E-3C89-CDEF3AC10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297095"/>
            <a:ext cx="6172200" cy="4254284"/>
          </a:xfrm>
          <a:prstGeom prst="rect">
            <a:avLst/>
          </a:prstGeo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EBEFACC7-1C5F-604B-AE3D-FB13B88A2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Táblák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Kapcsolatok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Adattagok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 két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Kulcsok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Felmerült problémák</a:t>
            </a:r>
          </a:p>
        </p:txBody>
      </p:sp>
    </p:spTree>
    <p:extLst>
      <p:ext uri="{BB962C8B-B14F-4D97-AF65-F5344CB8AC3E}">
        <p14:creationId xmlns:p14="http://schemas.microsoft.com/office/powerpoint/2010/main" val="1444245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B9920E-36B1-C656-D47F-35611AE1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 osztály felépítés (fő objektumok)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8C2993C-821B-ABB9-F10E-E22132EB0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Rétegek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User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Event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Activity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Végontok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Működés</a:t>
            </a:r>
          </a:p>
        </p:txBody>
      </p:sp>
      <p:pic>
        <p:nvPicPr>
          <p:cNvPr id="10" name="Tartalom helye 9">
            <a:extLst>
              <a:ext uri="{FF2B5EF4-FFF2-40B4-BE49-F238E27FC236}">
                <a16:creationId xmlns:a16="http://schemas.microsoft.com/office/drawing/2014/main" id="{8D4AF503-0084-0F01-954B-B918A2B5E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203" y="987425"/>
            <a:ext cx="5560170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6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A576-7B9F-D487-744E-FA844CC4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156573-BC2E-A54C-FE77-5BF3E6E9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 osztály felépítés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EE2C6BB-47FD-7138-E96A-D6CDAEC93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Rétegek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Difficulty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Types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Statistic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Végpontok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Működés</a:t>
            </a:r>
          </a:p>
          <a:p>
            <a:endParaRPr lang="hu-HU" dirty="0"/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3E0EF80E-B7CB-36B6-5293-540AF5093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816" y="987425"/>
            <a:ext cx="4276943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19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1EAFBA-FCD9-2E61-EE7A-1B63E5EBA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Rest API végpont ismertetés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303E22-014E-2148-DF43-D53B21755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89807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215C8F-8EFC-8277-2329-F98ABDCD3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Frontend komponensek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562B89D-6B1E-185F-2C58-DEE696193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964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C97553-56B7-A640-203C-BE9494283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Manuális tesztek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78FF9CF-A044-6D1E-D75C-F39B1FEFB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9994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C4DF43-B2C5-719A-6D97-A14652C8F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Automatizált tesztek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5CD337-DEFA-64D6-07BC-A05D6A98A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0772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A8A9B5-F3DA-FFCD-5644-240B86C9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Szerepkörök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5D42CA-5ED0-9093-826D-F929B88A6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46318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88068D-661F-7433-278D-BB6836E7E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Demo</a:t>
            </a:r>
            <a:r>
              <a:rPr lang="hu-HU" dirty="0"/>
              <a:t> bemutatása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8D0BFA-3B93-5E80-851E-C072EBD40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631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54A0FF-A8FD-A35E-0999-3C868F7D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Bővítési lehetőségek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C65F2BA-9DB2-F85C-BCAE-32E93D82A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92882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564C92-E113-9D83-050A-346BCF2E5A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6E800CB-CADB-0CD4-9D26-F9F9D8EBE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2032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163</Words>
  <Application>Microsoft Office PowerPoint</Application>
  <PresentationFormat>Szélesvásznú</PresentationFormat>
  <Paragraphs>51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Office-téma</vt:lpstr>
      <vt:lpstr>Napicsepp vizsgaremek</vt:lpstr>
      <vt:lpstr>A megoldandó probléma bemutatása</vt:lpstr>
      <vt:lpstr>Csapatmunka és feladatelosztás</vt:lpstr>
      <vt:lpstr>Fejlesztés során használt technológiák</vt:lpstr>
      <vt:lpstr>Adatbázis felépítés ismertetése</vt:lpstr>
      <vt:lpstr>Backend osztály felépítés (fő objektumok)</vt:lpstr>
      <vt:lpstr>Backend osztály felépítés</vt:lpstr>
      <vt:lpstr>Rest API végpont ismertetés</vt:lpstr>
      <vt:lpstr>Frontend komponensek</vt:lpstr>
      <vt:lpstr>Manuális tesztek</vt:lpstr>
      <vt:lpstr>Automatizált tesztek</vt:lpstr>
      <vt:lpstr>Szerepkörök</vt:lpstr>
      <vt:lpstr>Demo bemutatása</vt:lpstr>
      <vt:lpstr>Bővítési lehetőségek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Sipos Fruzsina</dc:creator>
  <cp:lastModifiedBy>Sipos Fruzsina</cp:lastModifiedBy>
  <cp:revision>2</cp:revision>
  <dcterms:created xsi:type="dcterms:W3CDTF">2026-04-08T07:36:43Z</dcterms:created>
  <dcterms:modified xsi:type="dcterms:W3CDTF">2026-04-12T19:01:59Z</dcterms:modified>
</cp:coreProperties>
</file>